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5acacb6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5acacb6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55db317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55db317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latter of which are extracted from existing metagenomes, enabling higher taxonomic resolution and more accurate quantification of species when profiling new microbial communities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55db3174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55db3174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a) Schematic illustration of the mOTUs concept (Methods).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b) The observed richness of ref-mOTUs (containing exclusively MG sequences from reference genomes; blue) and meta-mOTUs (containing only MG sequences from metagenomes; green) per biome, and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c) mean cumulative relative abundance of species profiled across 2481 metagenomic samples.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d) Correspondence between mOTUs and 19,302 metagenome assembled genomes (MAGs) from the human gut. While less than 3% of MAGs are not represented (dark grey bar), mOTUs allow for profiling of 900 species not captured by MAGs.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4bdd5d91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4bdd5d91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mOTUs tool performs taxonomic profiling of metagenomics and metatrancriptomics samples, i.e. it identifies species and their relative abundance present in a sample. It is based on a set of mOTUs (~species) contained in the mOTUs database. The mOTUs database is created from reference genomes, metagenomic samples and metagenome assembled genomes (MAGs).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mOTUs database is composed of three types of mOTUs: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ref-mOTUs, which represent known species,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meta-mOTUs, which represent unknown species obtained from metagenomic samples,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ext-mOTUs, which represent unknown species obtained from MAGs.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Note that meta- and ext-mOTUs will not have a species level annotation.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55db3174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55db3174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5acacb66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5acacb66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5acacb66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5acacb66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5acacb66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5acacb66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5bb06c5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5bb06c5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5bb06c59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5bb06c59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5bb06c59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5bb06c59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resulting profile reports the relative abundance for each mOTU (ref + meta + ext)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5bb06c59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5bb06c59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Adds up to around 0.78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5bb06c59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5bb06c59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-c flag changes the output from relative abundance to number of assigned reads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5bb06c59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5bb06c59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-k flag changes taxonomic level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5bb06c59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5bb06c59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5bb06c592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5bb06c592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5acacb66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5acacb66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5acacb66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5acacb66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5acacb66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5acacb66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Metagenomic Profiling Using mOTUs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288575"/>
            <a:ext cx="31293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en" sz="1700"/>
              <a:t>Andrew Reid and Asylzhan Almukhamet</a:t>
            </a:r>
            <a:endParaRPr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2797175"/>
            <a:ext cx="56919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Local Installation &amp; Analysis of Unmapped Reads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Project Goal </a:t>
            </a:r>
            <a:endParaRPr sz="3020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Our project had three main goals: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" sz="2000">
                <a:solidFill>
                  <a:schemeClr val="dk1"/>
                </a:solidFill>
              </a:rPr>
              <a:t>Profile microbial composition</a:t>
            </a:r>
            <a:r>
              <a:rPr lang="en" sz="2000">
                <a:solidFill>
                  <a:schemeClr val="dk1"/>
                </a:solidFill>
              </a:rPr>
              <a:t> using paired-end FASTQ files.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" sz="2000">
                <a:solidFill>
                  <a:schemeClr val="dk1"/>
                </a:solidFill>
              </a:rPr>
              <a:t>Use mOTUs v3 locally</a:t>
            </a:r>
            <a:r>
              <a:rPr lang="en" sz="2000">
                <a:solidFill>
                  <a:schemeClr val="dk1"/>
                </a:solidFill>
              </a:rPr>
              <a:t>, since it can detect organisms other tools miss.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" sz="2000">
                <a:solidFill>
                  <a:schemeClr val="dk1"/>
                </a:solidFill>
              </a:rPr>
              <a:t>Generate and interpret species-level abundance tables</a:t>
            </a:r>
            <a:r>
              <a:rPr lang="en" sz="2000">
                <a:solidFill>
                  <a:schemeClr val="dk1"/>
                </a:solidFill>
              </a:rPr>
              <a:t> from unmapped reads.</a:t>
            </a:r>
            <a:endParaRPr b="1"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What is mOTUs</a:t>
            </a:r>
            <a:endParaRPr sz="3020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</a:rPr>
              <a:t>m</a:t>
            </a:r>
            <a:r>
              <a:rPr lang="en" sz="2000">
                <a:solidFill>
                  <a:schemeClr val="dk1"/>
                </a:solidFill>
              </a:rPr>
              <a:t>arker gene (MG)-based </a:t>
            </a:r>
            <a:r>
              <a:rPr b="1" lang="en" sz="2000">
                <a:solidFill>
                  <a:schemeClr val="dk1"/>
                </a:solidFill>
              </a:rPr>
              <a:t>o</a:t>
            </a:r>
            <a:r>
              <a:rPr lang="en" sz="2000">
                <a:solidFill>
                  <a:schemeClr val="dk1"/>
                </a:solidFill>
              </a:rPr>
              <a:t>perational </a:t>
            </a:r>
            <a:r>
              <a:rPr b="1" lang="en" sz="2000">
                <a:solidFill>
                  <a:schemeClr val="dk1"/>
                </a:solidFill>
              </a:rPr>
              <a:t>t</a:t>
            </a:r>
            <a:r>
              <a:rPr lang="en" sz="2000">
                <a:solidFill>
                  <a:schemeClr val="dk1"/>
                </a:solidFill>
              </a:rPr>
              <a:t>axonomic </a:t>
            </a:r>
            <a:r>
              <a:rPr b="1" lang="en" sz="2000">
                <a:solidFill>
                  <a:schemeClr val="dk1"/>
                </a:solidFill>
              </a:rPr>
              <a:t>u</a:t>
            </a:r>
            <a:r>
              <a:rPr lang="en" sz="2000">
                <a:solidFill>
                  <a:schemeClr val="dk1"/>
                </a:solidFill>
              </a:rPr>
              <a:t>nits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mOTUs is </a:t>
            </a:r>
            <a:r>
              <a:rPr b="1" lang="en" sz="2000">
                <a:solidFill>
                  <a:schemeClr val="dk1"/>
                </a:solidFill>
              </a:rPr>
              <a:t>marker-gene based tool</a:t>
            </a:r>
            <a:r>
              <a:rPr lang="en" sz="2000">
                <a:solidFill>
                  <a:schemeClr val="dk1"/>
                </a:solidFill>
              </a:rPr>
              <a:t> for taxonomic profiling of metagenomes, uses single-copy universal marker genes instead of full reference genomes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mOTUs are built on the basis of MGs from both known and unknown species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/>
              <a:t>Construction of marker gene-based OTUs (mOTUs) for metagenomic profiling</a:t>
            </a:r>
            <a:endParaRPr sz="2620"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7362" y="1152475"/>
            <a:ext cx="4849637" cy="399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How mOTUs works?</a:t>
            </a:r>
            <a:endParaRPr sz="3020"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438" y="1193950"/>
            <a:ext cx="8313124" cy="3949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General Workflow</a:t>
            </a:r>
            <a:endParaRPr sz="3020"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This is our complete workflow:</a:t>
            </a:r>
            <a:endParaRPr sz="20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2000">
                <a:solidFill>
                  <a:schemeClr val="dk1"/>
                </a:solidFill>
              </a:rPr>
              <a:t>Start with paired-end FASTQ files</a:t>
            </a:r>
            <a:endParaRPr sz="20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2000">
                <a:solidFill>
                  <a:schemeClr val="dk1"/>
                </a:solidFill>
              </a:rPr>
              <a:t>Detect marker genes</a:t>
            </a:r>
            <a:endParaRPr sz="20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2000">
                <a:solidFill>
                  <a:schemeClr val="dk1"/>
                </a:solidFill>
              </a:rPr>
              <a:t>Quantify read counts</a:t>
            </a:r>
            <a:endParaRPr sz="20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2000">
                <a:solidFill>
                  <a:schemeClr val="dk1"/>
                </a:solidFill>
              </a:rPr>
              <a:t>Normalize abundance</a:t>
            </a:r>
            <a:endParaRPr sz="20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2000">
                <a:solidFill>
                  <a:schemeClr val="dk1"/>
                </a:solidFill>
              </a:rPr>
              <a:t>Produce a taxonomic profile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4288" y="112625"/>
            <a:ext cx="4716125" cy="491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Why mOTUs?</a:t>
            </a:r>
            <a:endParaRPr sz="3020"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Good for detecting uncharacterized microorganisms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Handles unmapped reads extremely well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Lightweight enough to run on a personal laptop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Produces species-level abundance tables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Data used</a:t>
            </a:r>
            <a:endParaRPr sz="3420"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Paired-end FASTQ files: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○"/>
            </a:pPr>
            <a:r>
              <a:rPr lang="en" sz="2000">
                <a:solidFill>
                  <a:schemeClr val="accent1"/>
                </a:solidFill>
              </a:rPr>
              <a:t>evol1.sorted.unmapped.R1.fastq</a:t>
            </a:r>
            <a:endParaRPr sz="2000">
              <a:solidFill>
                <a:schemeClr val="accent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○"/>
            </a:pPr>
            <a:r>
              <a:rPr lang="en" sz="2000">
                <a:solidFill>
                  <a:schemeClr val="accent1"/>
                </a:solidFill>
              </a:rPr>
              <a:t>evol1.sorted.unmapped.R2.fastq</a:t>
            </a:r>
            <a:endParaRPr sz="2000">
              <a:solidFill>
                <a:schemeClr val="accen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Unmapped reads from a larger shotgun metagenomics pipeline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These represent sequences not aligned to the host genome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/>
              <a:t>Attempt on Picotte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000"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7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attempted: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Setting up Singularity / Apptainer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Pulling the mOTUs container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Binding class data directories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Running the profiling job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Issues: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Cache conflicts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NFS lock errors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 job execution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Container partially corrupted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Local installation of mOTUs</a:t>
            </a:r>
            <a:endParaRPr sz="3020"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76825"/>
            <a:ext cx="3834574" cy="406667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2"/>
          <p:cNvSpPr/>
          <p:nvPr/>
        </p:nvSpPr>
        <p:spPr>
          <a:xfrm>
            <a:off x="1641475" y="1076825"/>
            <a:ext cx="1013100" cy="217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2"/>
          <p:cNvSpPr/>
          <p:nvPr/>
        </p:nvSpPr>
        <p:spPr>
          <a:xfrm>
            <a:off x="1641475" y="2354250"/>
            <a:ext cx="1487700" cy="217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2"/>
          <p:cNvSpPr/>
          <p:nvPr/>
        </p:nvSpPr>
        <p:spPr>
          <a:xfrm>
            <a:off x="124650" y="4625400"/>
            <a:ext cx="1013100" cy="217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Local installation cont</a:t>
            </a:r>
            <a:endParaRPr sz="3020"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78692"/>
            <a:ext cx="9143998" cy="45648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/>
          <p:nvPr/>
        </p:nvSpPr>
        <p:spPr>
          <a:xfrm>
            <a:off x="1458150" y="578700"/>
            <a:ext cx="1268700" cy="171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/>
          <p:nvPr/>
        </p:nvSpPr>
        <p:spPr>
          <a:xfrm>
            <a:off x="1511100" y="855170"/>
            <a:ext cx="1347900" cy="297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3"/>
          <p:cNvSpPr/>
          <p:nvPr/>
        </p:nvSpPr>
        <p:spPr>
          <a:xfrm>
            <a:off x="1578450" y="2299475"/>
            <a:ext cx="877200" cy="125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3"/>
          <p:cNvSpPr/>
          <p:nvPr/>
        </p:nvSpPr>
        <p:spPr>
          <a:xfrm>
            <a:off x="1578450" y="3362950"/>
            <a:ext cx="1028100" cy="171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6309"/>
            <a:ext cx="9143998" cy="4528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88910"/>
            <a:ext cx="9143999" cy="1765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01600"/>
            <a:ext cx="9144000" cy="15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6"/>
          <p:cNvSpPr/>
          <p:nvPr/>
        </p:nvSpPr>
        <p:spPr>
          <a:xfrm>
            <a:off x="8930450" y="445025"/>
            <a:ext cx="150300" cy="216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360299"/>
            <a:ext cx="9144001" cy="176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7736"/>
            <a:ext cx="9143998" cy="1438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918707"/>
            <a:ext cx="9143999" cy="1183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Test File</a:t>
            </a:r>
            <a:endParaRPr/>
          </a:p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81844"/>
            <a:ext cx="9143998" cy="4261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5036"/>
            <a:ext cx="9144002" cy="1184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846134"/>
            <a:ext cx="9144000" cy="1087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283425"/>
            <a:ext cx="9144000" cy="1012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Results summary</a:t>
            </a:r>
            <a:endParaRPr sz="3020"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We successfully ran mOTUs v3 on the paired FASTQ files.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The run processed 2609 reads, with 677 reads mapped to marker genes (26%).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 total of 14 mOTUs were detected (11 reference mOTUs, 3 meta-mOTUs, 0 extended mOTUs).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The top species by read count included </a:t>
            </a:r>
            <a:r>
              <a:rPr i="1" lang="en" sz="2000">
                <a:solidFill>
                  <a:schemeClr val="dk1"/>
                </a:solidFill>
              </a:rPr>
              <a:t>Streptococcus anginosus</a:t>
            </a:r>
            <a:r>
              <a:rPr lang="en" sz="2000">
                <a:solidFill>
                  <a:schemeClr val="dk1"/>
                </a:solidFill>
              </a:rPr>
              <a:t>, </a:t>
            </a:r>
            <a:r>
              <a:rPr i="1" lang="en" sz="2000">
                <a:solidFill>
                  <a:schemeClr val="dk1"/>
                </a:solidFill>
              </a:rPr>
              <a:t>Actinobacteria sp.</a:t>
            </a:r>
            <a:r>
              <a:rPr lang="en" sz="2000">
                <a:solidFill>
                  <a:schemeClr val="dk1"/>
                </a:solidFill>
              </a:rPr>
              <a:t>, and </a:t>
            </a:r>
            <a:r>
              <a:rPr i="1" lang="en" sz="2000">
                <a:solidFill>
                  <a:schemeClr val="dk1"/>
                </a:solidFill>
              </a:rPr>
              <a:t>Firmicutes incertae sedis</a:t>
            </a:r>
            <a:r>
              <a:rPr lang="en" sz="2000">
                <a:solidFill>
                  <a:schemeClr val="dk1"/>
                </a:solidFill>
              </a:rPr>
              <a:t>.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Relative abundance values showed </a:t>
            </a:r>
            <a:r>
              <a:rPr i="1" lang="en" sz="2000">
                <a:solidFill>
                  <a:schemeClr val="dk1"/>
                </a:solidFill>
              </a:rPr>
              <a:t>Streptococcus anginosus</a:t>
            </a:r>
            <a:r>
              <a:rPr lang="en" sz="2000">
                <a:solidFill>
                  <a:schemeClr val="dk1"/>
                </a:solidFill>
              </a:rPr>
              <a:t> dominating (~36% of all assigned reads).</a:t>
            </a:r>
            <a:endParaRPr sz="2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Biological interpretation </a:t>
            </a:r>
            <a:endParaRPr sz="3020"/>
          </a:p>
        </p:txBody>
      </p:sp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High-level microbial diversity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Presence of novel organisms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Possible biological relevance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Unmapped reads often reveal hidden species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mOTUs detects organisms missed by Kraken2, MetaPhlAn, etc.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What we learned</a:t>
            </a:r>
            <a:endParaRPr sz="3020"/>
          </a:p>
        </p:txBody>
      </p:sp>
      <p:sp>
        <p:nvSpPr>
          <p:cNvPr id="192" name="Google Shape;19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How to install and run mOTUs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How to work with FASTQ paired-end reads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Understanding output abundance tables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Importance of reproducible workflows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Troubleshooting computational pipelines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